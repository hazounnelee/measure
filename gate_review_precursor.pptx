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100px 크롭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
2048 × 1636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100px 크롭
(스케일바 제거)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출력: 2048 × 1536
(고정 해상도)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기준:  20k × →  147 px = 1 µm     |     50k × →  371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후처리: 방향각 차이 ≤ 10° · 수직 거리 ≤ 8px · 끝점 간격 ≤ 15px 이면 두 선분을 하나로 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(≥ 20px)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선분 융합
(Union-Find)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  --lsd_fuse_segments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</a:ln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융합(--lsd_fuse_segments, 기본 ON): 같은 침상이 여러 조각으로 검출될 때 하나로 통합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--lsd_fuse_segments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ON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같은 침상이 여러 선분으로 검출될 때 융합 → 장축 길이 과소평가 방지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0332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70332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70332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70332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4480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70332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6235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